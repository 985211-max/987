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稳定 · 安全 · 可扩展的特性配置与权限管控平台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11274552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1463040"/>
          </a:xfrm>
          <a:prstGeom prst="rect">
            <a:avLst/>
          </a:prstGeom>
          <a:solidFill>
            <a:srgbClr val="14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344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⚙  模块化架构设计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7647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按领域拆分 Settings / Features / Permissions / UI
单一职责、低耦合，便于并行迭代与独立部署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5394960" cy="1463040"/>
          </a:xfrm>
          <a:prstGeom prst="rect">
            <a:avLst/>
          </a:prstGeom>
          <a:solidFill>
            <a:srgbClr val="14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54864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3441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🔀  配置驱动 × 功能开关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7647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分层开关（全局→组织→用户）灰度与回滚
配置与代码解耦，支持不停机热更新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07208"/>
            <a:ext cx="5394960" cy="1463040"/>
          </a:xfrm>
          <a:prstGeom prst="rect">
            <a:avLst/>
          </a:prstGeom>
          <a:solidFill>
            <a:srgbClr val="14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807208"/>
            <a:ext cx="54864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29169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🔒  权限与安全体系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33375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RBAC + ABAC 精细化授权，默认拒绝原则
敏感配置加密存储，变更全程可审计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807208"/>
            <a:ext cx="5394960" cy="1463040"/>
          </a:xfrm>
          <a:prstGeom prst="rect">
            <a:avLst/>
          </a:prstGeom>
          <a:solidFill>
            <a:srgbClr val="14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807208"/>
            <a:ext cx="54864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9169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🚀  性能与稳定性保障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3375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多级缓存（内存→分布式）降低延迟
幂等写入 + 熔断降级，保障核心可用性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79976"/>
            <a:ext cx="5394960" cy="1463040"/>
          </a:xfrm>
          <a:prstGeom prst="rect">
            <a:avLst/>
          </a:prstGeom>
          <a:solidFill>
            <a:srgbClr val="14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79976"/>
            <a:ext cx="54864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44897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🧪  自动化测试与 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491032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单元 / 集成 / 契约测试多层质量门禁
CI 流水线自动运行，每次提交可信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379976"/>
            <a:ext cx="5394960" cy="1463040"/>
          </a:xfrm>
          <a:prstGeom prst="rect">
            <a:avLst/>
          </a:prstGeom>
          <a:solidFill>
            <a:srgbClr val="142A4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379976"/>
            <a:ext cx="54864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44897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🔧  可维护性与扩展性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491032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Schema 驱动，新模块无需改动页面结构
统一组件体系 + 开发规范文档化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DDEE"/>
                </a:solidFill>
              </a:rPr>
              <a:t>* 标注「待确认/可选」的技术栈条目请根据仓库实际实现替换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